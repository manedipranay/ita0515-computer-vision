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Sora Light" panose="020B0604020202020204" charset="0"/>
      <p:regular r:id="rId13"/>
    </p:embeddedFont>
    <p:embeddedFont>
      <p:font typeface="Sora SemiBold" panose="020B0604020202020204" charset="0"/>
      <p:regular r:id="rId14"/>
    </p:embeddedFont>
    <p:embeddedFont>
      <p:font typeface="Tahoma" panose="020B0604030504040204" pitchFamily="34" charset="0"/>
      <p:regular r:id="rId15"/>
      <p:bold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7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1637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92051" y="700459"/>
            <a:ext cx="4767114" cy="1336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F1E1E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Over-Quantization: Investigating Limits and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F1E1E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 Error Propagation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BE0F30-DC4A-3206-46A7-7E01FB5C48F0}"/>
              </a:ext>
            </a:extLst>
          </p:cNvPr>
          <p:cNvSpPr/>
          <p:nvPr/>
        </p:nvSpPr>
        <p:spPr>
          <a:xfrm>
            <a:off x="8042910" y="4866132"/>
            <a:ext cx="1032510" cy="2247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2AB099-9FA4-4FF2-2C23-F58B11AA2422}"/>
              </a:ext>
            </a:extLst>
          </p:cNvPr>
          <p:cNvSpPr txBox="1"/>
          <p:nvPr/>
        </p:nvSpPr>
        <p:spPr>
          <a:xfrm>
            <a:off x="3429001" y="4319828"/>
            <a:ext cx="2184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M. J. Carmel Mary Belinda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52FCCC9-57E0-272F-C886-5A256069842F}"/>
              </a:ext>
            </a:extLst>
          </p:cNvPr>
          <p:cNvSpPr txBox="1">
            <a:spLocks/>
          </p:cNvSpPr>
          <p:nvPr/>
        </p:nvSpPr>
        <p:spPr>
          <a:xfrm>
            <a:off x="6223692" y="3543325"/>
            <a:ext cx="4521199" cy="138006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Mani Kumar Reddy (192325095)</a:t>
            </a: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Siddartha(192311314)</a:t>
            </a: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Pranay(192525382)</a:t>
            </a: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Dinesh (192421117)</a:t>
            </a:r>
          </a:p>
          <a:p>
            <a:pPr marL="0" indent="0">
              <a:buFont typeface="Arial" pitchFamily="34" charset="0"/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Likith Reddy (192425134)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4007" y="213939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F1E1E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The Quantization Foundation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26" y="988963"/>
            <a:ext cx="2176933" cy="13902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0936" y="2707811"/>
            <a:ext cx="1018693" cy="352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Process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20936" y="3279025"/>
            <a:ext cx="2059823" cy="949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Mapping continuous signals to finite discrete sets (levels or integers). Core trade-off: precision vs. storage/computation.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2826" y="988962"/>
            <a:ext cx="2341816" cy="13902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53823" y="2708819"/>
            <a:ext cx="1363393" cy="352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6 dB Rule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3453823" y="3279025"/>
            <a:ext cx="2059823" cy="1083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Each additional bit ≈ +6.02 dB in SQNR; practical gains diminish with perceptual masking and system noise floors.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192" y="988960"/>
            <a:ext cx="2341816" cy="13902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29656" y="2708819"/>
            <a:ext cx="2219271" cy="415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Key Assumption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6508677" y="3271152"/>
            <a:ext cx="2566743" cy="151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Quantization noise modelled as uniform, white, and uncorrelated with input — a simplification that breaks in low-bit or structured systems.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EF18949-A3AB-7050-AD2D-D84A9DDFE6A6}"/>
              </a:ext>
            </a:extLst>
          </p:cNvPr>
          <p:cNvSpPr/>
          <p:nvPr/>
        </p:nvSpPr>
        <p:spPr>
          <a:xfrm>
            <a:off x="8042910" y="4853940"/>
            <a:ext cx="1032510" cy="2247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1705719"/>
            <a:ext cx="4767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F1E1E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When Assumptions Fail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729555" y="2383114"/>
            <a:ext cx="5113890" cy="1352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Many theoretical results assume many quantization bins and small step sizes. In practical low-bit regimes, feedback, predictive coding, and modulators introduce correlation between signal and quantization error, producing patterned distortion rather than white noise.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FF53F1-E345-B3FE-2374-3B13EF3FF00A}"/>
              </a:ext>
            </a:extLst>
          </p:cNvPr>
          <p:cNvSpPr/>
          <p:nvPr/>
        </p:nvSpPr>
        <p:spPr>
          <a:xfrm>
            <a:off x="8042910" y="4853940"/>
            <a:ext cx="1032510" cy="2247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784547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F1E1E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Visualising Information Loss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1585392"/>
            <a:ext cx="3932858" cy="26211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9056" y="1706880"/>
            <a:ext cx="4035764" cy="200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2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Low bit-depth creates visible banding (false contouring) as continuous gradations collapse into discrete steps. Reductions in intensity levels force sharp boundaries, losing subtle detail and texture.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3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Gamut mapping for limited displays/printers further shifts hues and compresses shadow detail, causing detail loss near black points and colour clipping.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7DDC9B-FA39-A7A5-CA1B-C16ED5AF1D91}"/>
              </a:ext>
            </a:extLst>
          </p:cNvPr>
          <p:cNvSpPr/>
          <p:nvPr/>
        </p:nvSpPr>
        <p:spPr>
          <a:xfrm>
            <a:off x="8042910" y="4853940"/>
            <a:ext cx="1032510" cy="2247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397892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F1E1E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The Audio &amp; Signal Threshold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73943" y="1491853"/>
            <a:ext cx="2315840" cy="1884238"/>
          </a:xfrm>
          <a:prstGeom prst="roundRect">
            <a:avLst>
              <a:gd name="adj" fmla="val 3018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4065" y="1631975"/>
            <a:ext cx="203559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Perceptual Sensitivity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14065" y="1935807"/>
            <a:ext cx="2035597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Human hearing is logarithmic; companding (μ-law, A-law) allocates bits to preserve low-level detail.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925142" y="1491853"/>
            <a:ext cx="2315914" cy="1884238"/>
          </a:xfrm>
          <a:prstGeom prst="roundRect">
            <a:avLst>
              <a:gd name="adj" fmla="val 3018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65264" y="1631975"/>
            <a:ext cx="203567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Dynamic Range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065264" y="1935807"/>
            <a:ext cx="2035671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Times New Roman" panose="02020603050405020304" pitchFamily="18" charset="0"/>
                <a:ea typeface="STLiti" panose="02010800040101010101" pitchFamily="2" charset="-122"/>
                <a:cs typeface="Times New Roman" panose="02020603050405020304" pitchFamily="18" charset="0"/>
              </a:rPr>
              <a:t>16-bit audio (~98 dB SQNR) usually exceeds environmental noise floors, but processing and resampling can expose quantization artefacts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3943" y="3511451"/>
            <a:ext cx="4767114" cy="1234157"/>
          </a:xfrm>
          <a:prstGeom prst="roundRect">
            <a:avLst>
              <a:gd name="adj" fmla="val 4608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4065" y="3651572"/>
            <a:ext cx="448687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Clipping vs Distortion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14065" y="3955405"/>
            <a:ext cx="4486870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Analog systems compress gradually; digital clipping produces hard bounds and harmonically-rich distortion that is perceptually intrusive.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1482998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F1E1E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Limitation: Layer-Wise Error Accumulation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902943" y="2576959"/>
            <a:ext cx="4767114" cy="1083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Standard post-training quantization treats layers independently. Errors introduced early propagate downstream, interacting with non-linear activations and attention mechanisms — resulting in amplified, structured degradation. In deep transformers, this accumulation often grows near-exponentially.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2BCEB6-AC52-2FEA-C70E-AD1437A73E8D}"/>
              </a:ext>
            </a:extLst>
          </p:cNvPr>
          <p:cNvSpPr/>
          <p:nvPr/>
        </p:nvSpPr>
        <p:spPr>
          <a:xfrm>
            <a:off x="8042910" y="4853940"/>
            <a:ext cx="1032510" cy="2247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1018133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F1E1E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The Scale of Modern Failure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902943" y="2233910"/>
            <a:ext cx="2728094" cy="151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At INT4/INT3, LLMs show severe accuracy loss; INT2 commonly diverges. Layer-wise calibration often overfits to calibration data, reducing robustness on real inputs. These regimes reveal that naive quantization is not robust for modern large models.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6198" y="2264420"/>
            <a:ext cx="1708547" cy="170854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BBF6681-59CC-A4AB-B573-D035795FEAFD}"/>
              </a:ext>
            </a:extLst>
          </p:cNvPr>
          <p:cNvSpPr/>
          <p:nvPr/>
        </p:nvSpPr>
        <p:spPr>
          <a:xfrm>
            <a:off x="8042910" y="4853940"/>
            <a:ext cx="1032510" cy="2247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394022"/>
            <a:ext cx="4767114" cy="76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Solution: Explicit Error Propagation (QEP)</a:t>
            </a:r>
            <a:endParaRPr lang="en-US" sz="2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2943" y="1309390"/>
            <a:ext cx="290885" cy="2908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02943" y="1725216"/>
            <a:ext cx="476711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Framework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3902943" y="1976586"/>
            <a:ext cx="4767114" cy="346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Quantization Error Propagation (QEP) explicitly tracks upstream errors and inserts corrective terms during layer calibration.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2943" y="2522711"/>
            <a:ext cx="290885" cy="2908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02943" y="2938537"/>
            <a:ext cx="476711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Tunable Strength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3902943" y="3189908"/>
            <a:ext cx="4767114" cy="346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Adjustable compensation vs compute trade-off — tuneable to preserve throughput while reducing accumulated distortion.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2943" y="3736032"/>
            <a:ext cx="290885" cy="29088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02943" y="4151858"/>
            <a:ext cx="476711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Compatibility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3902943" y="4403229"/>
            <a:ext cx="4767114" cy="346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Designed to integrate with GPTQ, AWQ, QuIP and other PTQ pipelines without disrupting end-to-end deployment.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13E44A1-79F5-C5FC-E96B-A3C06563AD3C}"/>
              </a:ext>
            </a:extLst>
          </p:cNvPr>
          <p:cNvSpPr/>
          <p:nvPr/>
        </p:nvSpPr>
        <p:spPr>
          <a:xfrm>
            <a:off x="8042910" y="4853940"/>
            <a:ext cx="1032510" cy="2247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925785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F1E1E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Prototyping and Performance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3943" y="2066553"/>
            <a:ext cx="3932858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Visual demos comparing baseline quantised models versus QEP-enhanced models show reduced error growth and clearer outputs. Benchmarks indicate QEP restores usable accuracy in INT2 regimes where baselines fail.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3943" y="3055144"/>
            <a:ext cx="3932858" cy="744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Restores task accuracy at very low bit-widths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Correction terms are computationally lightweight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Robust across calibration sets — less overfitting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962" y="1726629"/>
            <a:ext cx="3932858" cy="233876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5957A4-DD4A-A373-27F5-4D2ACF07F5DB}"/>
              </a:ext>
            </a:extLst>
          </p:cNvPr>
          <p:cNvSpPr/>
          <p:nvPr/>
        </p:nvSpPr>
        <p:spPr>
          <a:xfrm>
            <a:off x="8042910" y="4853940"/>
            <a:ext cx="1032510" cy="2247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670768"/>
            <a:ext cx="4767114" cy="779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1F1E1E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Conclusion: Moving Beyond Uniformity</a:t>
            </a:r>
            <a:endParaRPr lang="en-US" sz="2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2943" y="1605632"/>
            <a:ext cx="1519907" cy="21388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92848" y="1738387"/>
            <a:ext cx="1197248" cy="389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Recognise Loss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4092848" y="2190155"/>
            <a:ext cx="1197248" cy="1066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Quantization is inherently lossy — assume structure in errors rather than uniform white noise</a:t>
            </a: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6509" y="1605632"/>
            <a:ext cx="1519907" cy="213888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16414" y="1738387"/>
            <a:ext cx="1197248" cy="389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Holistic Calibration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5716414" y="2190155"/>
            <a:ext cx="1197248" cy="1066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Shift from independent layer optimisation to propagation-aware, system-level calibration.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0075" y="1605632"/>
            <a:ext cx="1519982" cy="213888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39980" y="1738387"/>
            <a:ext cx="1197322" cy="389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Future Directions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7339980" y="2190155"/>
            <a:ext cx="1197322" cy="1421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Adaptive bit-depths, dynamic propagation control, and hybrid correction schemes are promising paths to efficient, high-fidelity deployment.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3845C9A-30DF-CAB5-FA04-C87B47CA2C81}"/>
              </a:ext>
            </a:extLst>
          </p:cNvPr>
          <p:cNvSpPr/>
          <p:nvPr/>
        </p:nvSpPr>
        <p:spPr>
          <a:xfrm>
            <a:off x="8042910" y="4853940"/>
            <a:ext cx="1032510" cy="22479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577</Words>
  <Application>Microsoft Office PowerPoint</Application>
  <PresentationFormat>On-screen Show (16:9)</PresentationFormat>
  <Paragraphs>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Times New Roman</vt:lpstr>
      <vt:lpstr>Sora Light</vt:lpstr>
      <vt:lpstr>Arial</vt:lpstr>
      <vt:lpstr>Sora SemiBold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manedipranay.529@outlook.com</cp:lastModifiedBy>
  <cp:revision>9</cp:revision>
  <dcterms:created xsi:type="dcterms:W3CDTF">2026-07-23T17:46:26Z</dcterms:created>
  <dcterms:modified xsi:type="dcterms:W3CDTF">2026-07-27T05:14:13Z</dcterms:modified>
</cp:coreProperties>
</file>